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D55211-0798-F1F8-88A7-0D9A6D398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48502B-0EF7-66BA-B893-7635D9C1F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E947C7-57B0-F081-E6D0-0B1BD386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C69B0B-73F6-A072-641E-955B093D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549E01-E8A4-D970-AA06-7E1711E0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65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F813B2-C116-FF9F-66C7-F4524F37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EC2A99-47B6-5001-F73C-9852CBA96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F06678-3EBF-2959-9494-301F6429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DA7132-E113-1A5D-333A-B1DF922B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0BA9D3-7477-81BF-34AF-8747E7A5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453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DADE7B-34CA-27CF-7566-02606D92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F0B908-95A1-71C1-73A1-6FBF0A9A4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9865C2-7588-B894-3806-5363AFDB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66A905-DFE0-2FA7-9334-38255A747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94BEE0-FC03-7CED-4775-460CDFFC3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18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085601-C002-69D4-062B-EED3AFA9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430F2B-51A5-3437-07C9-C54CD4216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34E026-1B73-6F25-1864-A214B22D0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BAB0E8-7C79-0FE7-C697-EA2A56F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6BF3CA-F4C7-519B-D545-269175F2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35231A-6215-AD34-44C1-052CDC0F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21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C8DB45-B39D-16F2-B49E-0F1E14E77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A507FF-D171-2056-C712-069144370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BB83C1-F473-77E0-71A4-0F9BCB208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A388DE-F446-429F-25C5-13ADA8421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E17399-B3F9-9FF5-7CDB-8558547A9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0F9AD5F-7FEF-1F9C-5104-79B47CC7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44A4CF-71E9-2C7A-A764-B0311A98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1FB123-5D4A-5FC6-0731-C0A33C1B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7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D97E9E-2DF5-44E1-E2C3-8B1277D20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C51018-DC50-66E7-4DEE-C639691E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FC964D-22DA-DEF2-E4BF-E1D6E0CF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CB6ED8-C5E6-1764-5E11-82AA8123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10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39D2A0-A73E-6DD7-72A9-3A40108B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F870F3-5779-8A82-D1D9-7EBB18DB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E376CA-9DEE-FE3D-5A7C-FB11E895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85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9672AE-6E05-44E9-990B-5DC4E9B1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A76AFC-6A47-99BC-BEBB-FD6E5DF2A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1EC22B-FBAB-5ACF-1C71-A93891C78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B429B6-A380-BF41-C541-39791952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9DF983-9EC0-CB5B-3957-8CA3745A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1B64EB-EF11-D831-EFE1-E8C5CE7D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68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09BE41-B622-4F59-99EE-EB8D8A6E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C6F9234-23DB-0E83-2F03-F48BA8285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7866E9-E1C5-1264-3C5F-C34EBA0FA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F2F272-685A-8027-0A57-7B90AD4C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8DF447-DDB0-DF98-EF4B-FFBE4490B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5B9D3C-2941-328E-FB30-BEE4CABC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41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F0E33C-6981-D01A-FFBB-B2EB194F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B298F0-9DB8-AD9F-4BD3-9A367EE4F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4FA44F-3BE1-0A84-D9A0-AE03D005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B3120B-83CF-BC9B-18FE-8E037718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7A23F4-2240-A896-24D5-3ED8EB6E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44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6CD35C-093A-99D6-4D65-5C64F71A5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5AE08E-14C0-9B75-3EC2-4B49BF9A7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1D80AF-AD0E-4945-18B9-BCC67C54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76833A-DC0E-115D-7FC9-CB349CE1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2AA458-686B-91CE-1B66-404087C1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65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A0820A-3799-6D88-C2F9-2914219D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5B85FC-863A-AE71-DFCE-69E310026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74C687-0506-B146-7128-2AF9FC738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05B13-45CF-45B3-90FA-8C5BB368D66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F41F0C-6340-6B75-58BA-B60E24616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61A5AF-6CBC-FECD-82C1-D52B2F444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8F2A9-C0FA-487F-956C-8B39CF9DC8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3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8B88DD-5EFC-D80D-CFEB-56A67DA24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60619"/>
          </a:xfrm>
        </p:spPr>
        <p:txBody>
          <a:bodyPr/>
          <a:lstStyle/>
          <a:p>
            <a:pPr algn="l"/>
            <a:r>
              <a:rPr kumimoji="1" lang="ja-JP" altLang="en-US" dirty="0"/>
              <a:t>タイトル</a:t>
            </a:r>
            <a:r>
              <a:rPr kumimoji="1" lang="en-US" altLang="ja-JP" dirty="0"/>
              <a:t>:</a:t>
            </a:r>
            <a:r>
              <a:rPr kumimoji="1" lang="ja-JP" altLang="en-US" dirty="0"/>
              <a:t>短時間</a:t>
            </a:r>
            <a:r>
              <a:rPr kumimoji="1" lang="en-US" altLang="ja-JP" dirty="0"/>
              <a:t>RPG(</a:t>
            </a:r>
            <a:r>
              <a:rPr kumimoji="1" lang="ja-JP" altLang="en-US" dirty="0"/>
              <a:t>仮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16429F-AEC7-F841-FF95-C7792E23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0619"/>
            <a:ext cx="12192000" cy="559738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kumimoji="1" lang="ja-JP" altLang="en-US" sz="3200" dirty="0"/>
              <a:t>・ジャンル</a:t>
            </a:r>
            <a:endParaRPr kumimoji="1" lang="en-US" altLang="ja-JP" sz="3200" dirty="0"/>
          </a:p>
          <a:p>
            <a:pPr algn="l"/>
            <a:r>
              <a:rPr lang="ja-JP" altLang="ja-JP" dirty="0"/>
              <a:t>2Dターン制コマンドバトルRPG</a:t>
            </a:r>
            <a:endParaRPr lang="en-US" altLang="ja-JP" dirty="0"/>
          </a:p>
          <a:p>
            <a:pPr algn="l"/>
            <a:endParaRPr lang="en-US" altLang="ja-JP" dirty="0"/>
          </a:p>
          <a:p>
            <a:pPr algn="l"/>
            <a:r>
              <a:rPr kumimoji="1" lang="ja-JP" altLang="en-US" sz="3200" dirty="0"/>
              <a:t>・コンセプト</a:t>
            </a:r>
            <a:endParaRPr kumimoji="1" lang="en-US" altLang="ja-JP" sz="3200" dirty="0"/>
          </a:p>
          <a:p>
            <a:pPr algn="l"/>
            <a:r>
              <a:rPr lang="ja-JP" altLang="en-US" dirty="0"/>
              <a:t>達成感</a:t>
            </a:r>
            <a:endParaRPr lang="en-US" altLang="ja-JP" dirty="0"/>
          </a:p>
          <a:p>
            <a:pPr algn="l"/>
            <a:endParaRPr lang="en-US" altLang="ja-JP" dirty="0"/>
          </a:p>
          <a:p>
            <a:pPr algn="l"/>
            <a:r>
              <a:rPr lang="ja-JP" altLang="en-US" sz="3200" dirty="0"/>
              <a:t>・ゲーム概要</a:t>
            </a:r>
            <a:endParaRPr lang="en-US" altLang="ja-JP" sz="3200" dirty="0"/>
          </a:p>
          <a:p>
            <a:pPr algn="l"/>
            <a:r>
              <a:rPr lang="ja-JP" altLang="en-US" dirty="0"/>
              <a:t>・マップ構成：育成エリア</a:t>
            </a:r>
            <a:r>
              <a:rPr lang="en-US" altLang="ja-JP" dirty="0"/>
              <a:t>(</a:t>
            </a:r>
            <a:r>
              <a:rPr lang="ja-JP" altLang="en-US" dirty="0"/>
              <a:t>ザコ敵・回復ポイント</a:t>
            </a:r>
            <a:r>
              <a:rPr lang="en-US" altLang="ja-JP" dirty="0"/>
              <a:t>)</a:t>
            </a:r>
            <a:r>
              <a:rPr lang="ja-JP" altLang="en-US" dirty="0"/>
              <a:t>とボス部屋</a:t>
            </a:r>
            <a:r>
              <a:rPr lang="en-US" altLang="ja-JP" dirty="0"/>
              <a:t>(</a:t>
            </a:r>
            <a:r>
              <a:rPr lang="ja-JP" altLang="en-US" dirty="0"/>
              <a:t>余裕があれば中ボスも</a:t>
            </a:r>
            <a:r>
              <a:rPr lang="en-US" altLang="ja-JP" dirty="0"/>
              <a:t>)</a:t>
            </a:r>
            <a:r>
              <a:rPr lang="ja-JP" altLang="en-US" dirty="0"/>
              <a:t>の</a:t>
            </a:r>
            <a:r>
              <a:rPr lang="en-US" altLang="ja-JP" dirty="0"/>
              <a:t>2</a:t>
            </a:r>
            <a:r>
              <a:rPr lang="ja-JP" altLang="en-US" dirty="0"/>
              <a:t>部               　　　屋構成。</a:t>
            </a:r>
            <a:endParaRPr lang="en-US" altLang="ja-JP" dirty="0"/>
          </a:p>
          <a:p>
            <a:pPr algn="l"/>
            <a:r>
              <a:rPr lang="ja-JP" altLang="en-US" dirty="0"/>
              <a:t>・バトルシステム</a:t>
            </a:r>
            <a:r>
              <a:rPr lang="en-US" altLang="ja-JP" dirty="0"/>
              <a:t>:</a:t>
            </a:r>
            <a:r>
              <a:rPr lang="ja-JP" altLang="en-US" dirty="0"/>
              <a:t>武器での通常攻撃と強力な呪文を戦略的に使い分けるターン制バトル。</a:t>
            </a:r>
            <a:endParaRPr lang="en-US" altLang="ja-JP" dirty="0"/>
          </a:p>
          <a:p>
            <a:pPr algn="l"/>
            <a:r>
              <a:rPr lang="ja-JP" altLang="en-US" dirty="0"/>
              <a:t>・成長システム</a:t>
            </a:r>
            <a:r>
              <a:rPr lang="en-US" altLang="ja-JP" dirty="0"/>
              <a:t>:</a:t>
            </a:r>
            <a:r>
              <a:rPr lang="ja-JP" altLang="en-US" dirty="0"/>
              <a:t>敵を倒して経験値を稼ぎ、レベルが上がると</a:t>
            </a:r>
            <a:r>
              <a:rPr lang="en-US" altLang="ja-JP" dirty="0"/>
              <a:t>HP</a:t>
            </a:r>
            <a:r>
              <a:rPr lang="ja-JP" altLang="en-US" dirty="0"/>
              <a:t>と攻撃力と</a:t>
            </a:r>
            <a:r>
              <a:rPr lang="en-US" altLang="ja-JP" dirty="0"/>
              <a:t>MP</a:t>
            </a:r>
            <a:r>
              <a:rPr lang="ja-JP" altLang="en-US" dirty="0"/>
              <a:t>がアップ。さらに特定のレベルで強力な「攻撃呪文」を取得！</a:t>
            </a:r>
            <a:endParaRPr lang="en-US" altLang="ja-JP" dirty="0"/>
          </a:p>
          <a:p>
            <a:pPr algn="l"/>
            <a:r>
              <a:rPr lang="ja-JP" altLang="en-US" dirty="0"/>
              <a:t>・クリア条件</a:t>
            </a:r>
            <a:r>
              <a:rPr lang="en-US" altLang="ja-JP" dirty="0"/>
              <a:t>:</a:t>
            </a:r>
            <a:r>
              <a:rPr lang="ja-JP" altLang="en-US" dirty="0"/>
              <a:t>ボスを倒すこと。</a:t>
            </a:r>
            <a:endParaRPr lang="en-US" altLang="ja-JP" dirty="0"/>
          </a:p>
          <a:p>
            <a:pPr algn="l"/>
            <a:r>
              <a:rPr lang="ja-JP" altLang="en-US"/>
              <a:t>・ゲームオーバー</a:t>
            </a:r>
            <a:r>
              <a:rPr lang="en-US" altLang="ja-JP"/>
              <a:t>:</a:t>
            </a:r>
            <a:r>
              <a:rPr lang="en-US" altLang="ja-JP" dirty="0"/>
              <a:t>HP</a:t>
            </a:r>
            <a:r>
              <a:rPr lang="ja-JP" altLang="en-US" dirty="0"/>
              <a:t>が</a:t>
            </a:r>
            <a:r>
              <a:rPr lang="en-US" altLang="ja-JP" dirty="0"/>
              <a:t>0</a:t>
            </a:r>
            <a:r>
              <a:rPr lang="ja-JP" altLang="en-US" dirty="0"/>
              <a:t>になったら最初から</a:t>
            </a:r>
            <a:r>
              <a:rPr lang="en-US" altLang="ja-JP" dirty="0"/>
              <a:t>(</a:t>
            </a:r>
            <a:r>
              <a:rPr lang="ja-JP" altLang="en-US" dirty="0"/>
              <a:t>余裕があればセーブポイントを設ける</a:t>
            </a:r>
            <a:r>
              <a:rPr lang="en-US" altLang="ja-JP" dirty="0"/>
              <a:t>)</a:t>
            </a:r>
          </a:p>
          <a:p>
            <a:pPr algn="l"/>
            <a:endParaRPr lang="en-US" altLang="ja-JP" dirty="0"/>
          </a:p>
        </p:txBody>
      </p:sp>
      <p:pic>
        <p:nvPicPr>
          <p:cNvPr id="4" name="図 3" descr="【コラム】RPGのターン制コマンドバトルで見られる8つの長所&amp;短所 | KENTWORLD for ゲームレビュー">
            <a:extLst>
              <a:ext uri="{FF2B5EF4-FFF2-40B4-BE49-F238E27FC236}">
                <a16:creationId xmlns:a16="http://schemas.microsoft.com/office/drawing/2014/main" id="{41ACF6DD-7F40-5F1B-17D7-3CC08B699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036" y="1260619"/>
            <a:ext cx="5227782" cy="293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7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130</Words>
  <Application>Microsoft Office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タイトル:短時間RPG(仮)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久保田　七翔</dc:creator>
  <cp:lastModifiedBy>久保田　七翔</cp:lastModifiedBy>
  <cp:revision>9</cp:revision>
  <dcterms:created xsi:type="dcterms:W3CDTF">2026-07-22T02:46:39Z</dcterms:created>
  <dcterms:modified xsi:type="dcterms:W3CDTF">2026-07-23T01:19:21Z</dcterms:modified>
</cp:coreProperties>
</file>